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FC85B7-A864-4823-A9FB-32AFFB8E84BC}" v="27" dt="2026-06-07T07:54:39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reddy" userId="fc9f1e8e929c0a42" providerId="LiveId" clId="{576B1C99-396A-4BC3-A241-3292A7A90E05}"/>
    <pc:docChg chg="custSel modSld modMainMaster">
      <pc:chgData name="vaishnavi reddy" userId="fc9f1e8e929c0a42" providerId="LiveId" clId="{576B1C99-396A-4BC3-A241-3292A7A90E05}" dt="2026-06-07T07:57:34.608" v="59" actId="255"/>
      <pc:docMkLst>
        <pc:docMk/>
      </pc:docMkLst>
      <pc:sldChg chg="modSp mod setBg">
        <pc:chgData name="vaishnavi reddy" userId="fc9f1e8e929c0a42" providerId="LiveId" clId="{576B1C99-396A-4BC3-A241-3292A7A90E05}" dt="2026-06-07T07:55:25.392" v="55" actId="27636"/>
        <pc:sldMkLst>
          <pc:docMk/>
          <pc:sldMk cId="3784279903" sldId="256"/>
        </pc:sldMkLst>
        <pc:spChg chg="mod">
          <ac:chgData name="vaishnavi reddy" userId="fc9f1e8e929c0a42" providerId="LiveId" clId="{576B1C99-396A-4BC3-A241-3292A7A90E05}" dt="2026-06-07T07:54:53.012" v="51" actId="207"/>
          <ac:spMkLst>
            <pc:docMk/>
            <pc:sldMk cId="3784279903" sldId="256"/>
            <ac:spMk id="2" creationId="{D3070C23-CC56-7D5D-C4EC-41ABFC30FCF8}"/>
          </ac:spMkLst>
        </pc:spChg>
        <pc:spChg chg="mod">
          <ac:chgData name="vaishnavi reddy" userId="fc9f1e8e929c0a42" providerId="LiveId" clId="{576B1C99-396A-4BC3-A241-3292A7A90E05}" dt="2026-06-07T07:55:25.392" v="55" actId="27636"/>
          <ac:spMkLst>
            <pc:docMk/>
            <pc:sldMk cId="3784279903" sldId="256"/>
            <ac:spMk id="3" creationId="{565EC71C-274A-FB91-009D-1786A9C0A952}"/>
          </ac:spMkLst>
        </pc:spChg>
      </pc:sldChg>
      <pc:sldChg chg="delSp modSp mod setBg delDesignElem">
        <pc:chgData name="vaishnavi reddy" userId="fc9f1e8e929c0a42" providerId="LiveId" clId="{576B1C99-396A-4BC3-A241-3292A7A90E05}" dt="2026-06-07T07:56:51.156" v="58" actId="113"/>
        <pc:sldMkLst>
          <pc:docMk/>
          <pc:sldMk cId="3718883157" sldId="257"/>
        </pc:sldMkLst>
        <pc:spChg chg="mod">
          <ac:chgData name="vaishnavi reddy" userId="fc9f1e8e929c0a42" providerId="LiveId" clId="{576B1C99-396A-4BC3-A241-3292A7A90E05}" dt="2026-06-07T07:56:51.156" v="58" actId="113"/>
          <ac:spMkLst>
            <pc:docMk/>
            <pc:sldMk cId="3718883157" sldId="257"/>
            <ac:spMk id="4" creationId="{BB4A3777-1C7F-FD01-6218-9DC3C1B50DB1}"/>
          </ac:spMkLst>
        </pc:spChg>
        <pc:spChg chg="mod">
          <ac:chgData name="vaishnavi reddy" userId="fc9f1e8e929c0a42" providerId="LiveId" clId="{576B1C99-396A-4BC3-A241-3292A7A90E05}" dt="2026-06-07T07:52:39.923" v="48" actId="207"/>
          <ac:spMkLst>
            <pc:docMk/>
            <pc:sldMk cId="3718883157" sldId="257"/>
            <ac:spMk id="5" creationId="{02E6E011-36BC-3DB8-3EBE-6E5B34C6BAE1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718883157" sldId="257"/>
            <ac:spMk id="15" creationId="{EB88142C-D3C4-43DC-A844-A7D9ECB0F5CD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718883157" sldId="257"/>
            <ac:spMk id="17" creationId="{416DC9EF-092A-4FEF-8A40-0E509CA79855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718883157" sldId="257"/>
            <ac:cxnSpMk id="7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718883157" sldId="257"/>
            <ac:cxnSpMk id="8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718883157" sldId="257"/>
            <ac:cxnSpMk id="9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718883157" sldId="257"/>
            <ac:cxnSpMk id="11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718883157" sldId="257"/>
            <ac:cxnSpMk id="13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1731826588" sldId="258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731826588" sldId="258"/>
            <ac:spMk id="27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731826588" sldId="258"/>
            <ac:spMk id="28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731826588" sldId="258"/>
            <ac:cxnSpMk id="22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731826588" sldId="258"/>
            <ac:cxnSpMk id="23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731826588" sldId="258"/>
            <ac:cxnSpMk id="24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731826588" sldId="258"/>
            <ac:cxnSpMk id="25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731826588" sldId="258"/>
            <ac:cxnSpMk id="26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1836074466" sldId="259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836074466" sldId="259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836074466" sldId="259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836074466" sldId="259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836074466" sldId="259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836074466" sldId="259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836074466" sldId="259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836074466" sldId="259"/>
            <ac:cxnSpMk id="16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1574504648" sldId="260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574504648" sldId="260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1574504648" sldId="260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574504648" sldId="260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574504648" sldId="260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574504648" sldId="260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574504648" sldId="260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1574504648" sldId="260"/>
            <ac:cxnSpMk id="16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3295157420" sldId="261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295157420" sldId="261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295157420" sldId="261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295157420" sldId="261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295157420" sldId="261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295157420" sldId="261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295157420" sldId="261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295157420" sldId="261"/>
            <ac:cxnSpMk id="16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389853663" sldId="262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89853663" sldId="262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89853663" sldId="262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89853663" sldId="262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89853663" sldId="262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89853663" sldId="262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89853663" sldId="262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89853663" sldId="262"/>
            <ac:cxnSpMk id="16" creationId="{F427B072-CC5B-481B-9719-8CD4C54444BE}"/>
          </ac:cxnSpMkLst>
        </pc:cxnChg>
      </pc:sldChg>
      <pc:sldChg chg="delSp setBg delDesignElem">
        <pc:chgData name="vaishnavi reddy" userId="fc9f1e8e929c0a42" providerId="LiveId" clId="{576B1C99-396A-4BC3-A241-3292A7A90E05}" dt="2026-06-07T07:54:39.809" v="49"/>
        <pc:sldMkLst>
          <pc:docMk/>
          <pc:sldMk cId="72807467" sldId="263"/>
        </pc:sldMkLst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72807467" sldId="263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72807467" sldId="263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72807467" sldId="263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72807467" sldId="263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72807467" sldId="263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72807467" sldId="263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72807467" sldId="263"/>
            <ac:cxnSpMk id="16" creationId="{F427B072-CC5B-481B-9719-8CD4C54444BE}"/>
          </ac:cxnSpMkLst>
        </pc:cxnChg>
      </pc:sldChg>
      <pc:sldChg chg="delSp modSp mod setBg delDesignElem">
        <pc:chgData name="vaishnavi reddy" userId="fc9f1e8e929c0a42" providerId="LiveId" clId="{576B1C99-396A-4BC3-A241-3292A7A90E05}" dt="2026-06-07T07:57:34.608" v="59" actId="255"/>
        <pc:sldMkLst>
          <pc:docMk/>
          <pc:sldMk cId="3426508029" sldId="264"/>
        </pc:sldMkLst>
        <pc:spChg chg="mod">
          <ac:chgData name="vaishnavi reddy" userId="fc9f1e8e929c0a42" providerId="LiveId" clId="{576B1C99-396A-4BC3-A241-3292A7A90E05}" dt="2026-06-07T07:57:34.608" v="59" actId="255"/>
          <ac:spMkLst>
            <pc:docMk/>
            <pc:sldMk cId="3426508029" sldId="264"/>
            <ac:spMk id="2" creationId="{54F1833B-013A-253B-A9CA-63F58F983628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426508029" sldId="264"/>
            <ac:spMk id="18" creationId="{4609862E-48F9-45AC-8D44-67A0268A7935}"/>
          </ac:spMkLst>
        </pc:spChg>
        <pc:spChg chg="del">
          <ac:chgData name="vaishnavi reddy" userId="fc9f1e8e929c0a42" providerId="LiveId" clId="{576B1C99-396A-4BC3-A241-3292A7A90E05}" dt="2026-06-07T07:50:36.630" v="34"/>
          <ac:spMkLst>
            <pc:docMk/>
            <pc:sldMk cId="3426508029" sldId="264"/>
            <ac:spMk id="20" creationId="{2D5EEA8B-2D86-4D1D-96B3-6B8290303786}"/>
          </ac:spMkLst>
        </pc:sp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426508029" sldId="264"/>
            <ac:cxnSpMk id="8" creationId="{FEB90296-CFE0-401D-9CA3-32966EC4F01D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426508029" sldId="264"/>
            <ac:cxnSpMk id="10" creationId="{08C9B4EE-7611-4ED9-B356-7BDD377C39B0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426508029" sldId="264"/>
            <ac:cxnSpMk id="12" creationId="{4A4F266A-F2F7-47CD-8BBC-E3777E982FD2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426508029" sldId="264"/>
            <ac:cxnSpMk id="14" creationId="{20D69C80-8919-4A32-B897-F2A21F940574}"/>
          </ac:cxnSpMkLst>
        </pc:cxnChg>
        <pc:cxnChg chg="del">
          <ac:chgData name="vaishnavi reddy" userId="fc9f1e8e929c0a42" providerId="LiveId" clId="{576B1C99-396A-4BC3-A241-3292A7A90E05}" dt="2026-06-07T07:50:36.630" v="34"/>
          <ac:cxnSpMkLst>
            <pc:docMk/>
            <pc:sldMk cId="3426508029" sldId="264"/>
            <ac:cxnSpMk id="16" creationId="{F427B072-CC5B-481B-9719-8CD4C54444BE}"/>
          </ac:cxnSpMkLst>
        </pc:cxnChg>
      </pc:sldChg>
      <pc:sldMasterChg chg="setBg">
        <pc:chgData name="vaishnavi reddy" userId="fc9f1e8e929c0a42" providerId="LiveId" clId="{576B1C99-396A-4BC3-A241-3292A7A90E05}" dt="2026-06-07T07:54:39.809" v="49"/>
        <pc:sldMasterMkLst>
          <pc:docMk/>
          <pc:sldMasterMk cId="2301532790" sldId="2147483930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1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5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14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6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11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3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9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426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24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0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092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2806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225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5449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64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93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69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24CA44-A3D6-470D-A646-5ACAC4BEC8E5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DED24CF-E37D-433C-886A-1988D2B8F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53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  <p:sldLayoutId id="21474839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0C23-CC56-7D5D-C4EC-41ABFC30F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545" y="-584201"/>
            <a:ext cx="9678988" cy="3673474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chemeClr val="bg2">
                    <a:lumMod val="75000"/>
                  </a:schemeClr>
                </a:solidFill>
              </a:rPr>
              <a:t>Task 5:Data Story telling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EC71C-274A-FB91-009D-1786A9C0A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212" y="3920065"/>
            <a:ext cx="7005742" cy="114300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IN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bg2">
                    <a:lumMod val="75000"/>
                    <a:alpha val="80000"/>
                  </a:schemeClr>
                </a:solidFill>
              </a:rPr>
              <a:t>Presented By: </a:t>
            </a:r>
            <a:r>
              <a:rPr lang="en-IN" sz="2400" dirty="0" err="1">
                <a:solidFill>
                  <a:schemeClr val="tx1">
                    <a:alpha val="80000"/>
                  </a:schemeClr>
                </a:solidFill>
              </a:rPr>
              <a:t>S.Vaishnavi</a:t>
            </a:r>
            <a:endParaRPr lang="en-IN" sz="24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IN" sz="2400" b="1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bg2">
                    <a:lumMod val="75000"/>
                    <a:alpha val="80000"/>
                  </a:schemeClr>
                </a:solidFill>
              </a:rPr>
              <a:t>Tools Used:</a:t>
            </a:r>
            <a:r>
              <a:rPr lang="en-IN" sz="2400" dirty="0">
                <a:solidFill>
                  <a:schemeClr val="bg2">
                    <a:lumMod val="75000"/>
                    <a:alpha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Python, Pandas,  Matplotlib, Seaborn, </a:t>
            </a:r>
            <a:r>
              <a:rPr lang="en-IN" sz="2400" dirty="0" err="1">
                <a:solidFill>
                  <a:schemeClr val="tx1">
                    <a:alpha val="80000"/>
                  </a:schemeClr>
                </a:solidFill>
              </a:rPr>
              <a:t>Jupyter</a:t>
            </a:r>
            <a:r>
              <a:rPr lang="en-IN" sz="2400" dirty="0">
                <a:solidFill>
                  <a:schemeClr val="tx1">
                    <a:alpha val="8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78427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4A3777-1C7F-FD01-6218-9DC3C1B50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799"/>
            <a:ext cx="4781147" cy="48926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200" b="1" dirty="0">
                <a:solidFill>
                  <a:schemeClr val="bg2">
                    <a:lumMod val="75000"/>
                  </a:schemeClr>
                </a:solidFill>
              </a:rPr>
              <a:t>Project Overview</a:t>
            </a:r>
            <a:br>
              <a:rPr lang="en-US" sz="3200" b="1" dirty="0">
                <a:solidFill>
                  <a:schemeClr val="bg2">
                    <a:lumMod val="75000"/>
                  </a:schemeClr>
                </a:solidFill>
              </a:rPr>
            </a:br>
            <a:endParaRPr lang="en-US" sz="32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6E011-36BC-3DB8-3EBE-6E5B34C6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1625" y="502921"/>
            <a:ext cx="4816572" cy="505286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1" dirty="0"/>
              <a:t>Objective: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Transform raw data into meaningful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business stories through data analysis and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 visualization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b="1" dirty="0"/>
              <a:t>Goals: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Analyze sales performance</a:t>
            </a:r>
          </a:p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chemeClr val="tx1"/>
                </a:solidFill>
              </a:rPr>
              <a:t>Indentitfy</a:t>
            </a:r>
            <a:r>
              <a:rPr lang="en-US" sz="2200" dirty="0">
                <a:solidFill>
                  <a:schemeClr val="tx1"/>
                </a:solidFill>
              </a:rPr>
              <a:t> trends and patterns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Discover business opportunities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</a:rPr>
              <a:t>Communicate insights effectively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88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CF1B-53CE-8777-93BB-2398DCAD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015" y="59266"/>
            <a:ext cx="8001000" cy="33697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2700" b="1" dirty="0">
                <a:solidFill>
                  <a:schemeClr val="bg2">
                    <a:lumMod val="75000"/>
                  </a:schemeClr>
                </a:solidFill>
              </a:rPr>
              <a:t>Dataset information</a:t>
            </a: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endParaRPr lang="en-US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CF16A-1B04-7E39-5C7C-E4F10F3B9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645" y="1676401"/>
            <a:ext cx="4190245" cy="41148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600" b="1" dirty="0"/>
              <a:t>Dataset used:</a:t>
            </a:r>
          </a:p>
          <a:p>
            <a:r>
              <a:rPr lang="en-US" sz="2100" dirty="0">
                <a:solidFill>
                  <a:schemeClr val="tx1"/>
                </a:solidFill>
              </a:rPr>
              <a:t>Sample superstore dataset</a:t>
            </a:r>
          </a:p>
          <a:p>
            <a:r>
              <a:rPr lang="en-US" sz="2600" b="1" dirty="0"/>
              <a:t>Key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Order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Profit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Sub category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Region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Customer segmentation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DA108-3ECD-FB13-DBD7-ED157A285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533" y="1676399"/>
            <a:ext cx="6790267" cy="45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2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9125-0280-3AD6-C3FF-148D3A57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676" y="803339"/>
            <a:ext cx="8001000" cy="11853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2400" b="1" dirty="0">
                <a:solidFill>
                  <a:schemeClr val="bg2">
                    <a:lumMod val="75000"/>
                  </a:schemeClr>
                </a:solidFill>
              </a:rPr>
              <a:t>Data Cleaning &amp; Preparation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D4F94-C8AC-D3EA-3AD4-698A8CDF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99" y="2179175"/>
            <a:ext cx="6400800" cy="35644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b="1" dirty="0"/>
              <a:t>Steps Performed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</a:rPr>
              <a:t>✔ Imported dataset using Pandas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</a:rPr>
              <a:t>✔ Checked missing values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</a:rPr>
              <a:t>✔ Removed duplicates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</a:rPr>
              <a:t>✔ Converted date columns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</a:rPr>
              <a:t>✔ Verified data types</a:t>
            </a:r>
          </a:p>
          <a:p>
            <a:endParaRPr lang="en-US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872213-0207-F678-7C71-4B752CA1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867" y="806315"/>
            <a:ext cx="5012266" cy="524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7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5B22-CCF5-B3B6-4053-51C7E15B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497" y="702732"/>
            <a:ext cx="8001000" cy="990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Exploratory Data Analysis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F690D-3282-EE6F-1AE5-6200D2EE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291" y="1883832"/>
            <a:ext cx="5616576" cy="463126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IN" sz="3100" b="1" dirty="0">
                <a:solidFill>
                  <a:srgbClr val="002060"/>
                </a:solidFill>
              </a:rPr>
              <a:t>Analysis Conducted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Sales Trend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Profit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Category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Regional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400" dirty="0">
                <a:solidFill>
                  <a:schemeClr val="tx1"/>
                </a:solidFill>
              </a:rPr>
              <a:t>Customer Segment Analysis</a:t>
            </a:r>
          </a:p>
          <a:p>
            <a:r>
              <a:rPr lang="en-IN" sz="3400" b="1" dirty="0">
                <a:solidFill>
                  <a:srgbClr val="002060"/>
                </a:solidFill>
              </a:rPr>
              <a:t>Tools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chemeClr val="tx1"/>
                </a:solidFill>
              </a:rPr>
              <a:t>Pandas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chemeClr val="tx1"/>
                </a:solidFill>
              </a:rPr>
              <a:t>Matplotlib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100" dirty="0">
                <a:solidFill>
                  <a:schemeClr val="tx1"/>
                </a:solidFill>
              </a:rPr>
              <a:t>Seaborn</a:t>
            </a:r>
          </a:p>
          <a:p>
            <a:endParaRPr lang="en-US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46B8B1-4E3C-A5ED-68E4-3C93AD270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841" y="778933"/>
            <a:ext cx="3258079" cy="21251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943B0-72C5-2299-21BA-967D1589C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164" y="850661"/>
            <a:ext cx="2907769" cy="21158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0D6C5E-7A9D-F4A6-C1C2-74D3964F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3274" y="3309433"/>
            <a:ext cx="2907770" cy="292306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CBA882D-E02F-7783-40B8-6833823D83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940" y="3256173"/>
            <a:ext cx="3092980" cy="299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0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D6F6-9A2B-9469-7FFF-B20AEDF3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685799"/>
            <a:ext cx="8001000" cy="7112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Key Business Insights:</a:t>
            </a: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3E551-4C57-6999-B6C7-1FDE68817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645" y="1854199"/>
            <a:ext cx="7883222" cy="39370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Insight 1</a:t>
            </a:r>
          </a:p>
          <a:p>
            <a:r>
              <a:rPr lang="en-IN" sz="2800" dirty="0">
                <a:solidFill>
                  <a:schemeClr val="tx1"/>
                </a:solidFill>
              </a:rPr>
              <a:t>Technology category generated the highest sales</a:t>
            </a:r>
            <a:r>
              <a:rPr lang="en-IN" sz="2400" dirty="0"/>
              <a:t>.</a:t>
            </a:r>
          </a:p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Insight 2</a:t>
            </a:r>
          </a:p>
          <a:p>
            <a:r>
              <a:rPr lang="en-IN" sz="2800" dirty="0">
                <a:solidFill>
                  <a:schemeClr val="tx1">
                    <a:lumMod val="95000"/>
                  </a:schemeClr>
                </a:solidFill>
              </a:rPr>
              <a:t>Certain sub-categories showed low profitability despite strong sales.</a:t>
            </a:r>
          </a:p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Insight 3</a:t>
            </a:r>
          </a:p>
          <a:p>
            <a:r>
              <a:rPr lang="en-IN" sz="2800" dirty="0">
                <a:solidFill>
                  <a:schemeClr val="tx1"/>
                </a:solidFill>
              </a:rPr>
              <a:t>West Region contributed significantly to overall profit</a:t>
            </a:r>
            <a:r>
              <a:rPr lang="en-IN" sz="2400" dirty="0"/>
              <a:t>.</a:t>
            </a:r>
          </a:p>
          <a:p>
            <a:r>
              <a:rPr lang="en-IN" sz="3100" b="1" dirty="0">
                <a:solidFill>
                  <a:schemeClr val="bg2">
                    <a:lumMod val="50000"/>
                  </a:schemeClr>
                </a:solidFill>
              </a:rPr>
              <a:t>Insight 4</a:t>
            </a:r>
          </a:p>
          <a:p>
            <a:r>
              <a:rPr lang="en-IN" sz="3100" dirty="0">
                <a:solidFill>
                  <a:schemeClr val="tx1"/>
                </a:solidFill>
              </a:rPr>
              <a:t>Consumer Segment was the largest revenue contributor.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29515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7C11-DF3E-4283-415D-E4F059CB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-1562100"/>
            <a:ext cx="8001000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2400" b="1" dirty="0">
                <a:solidFill>
                  <a:schemeClr val="bg2">
                    <a:lumMod val="50000"/>
                  </a:schemeClr>
                </a:solidFill>
              </a:rPr>
              <a:t>Data Story &amp; Recommendations</a:t>
            </a:r>
            <a:endParaRPr lang="en-US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EE6B6-0B6C-2E0D-68AF-4EB84F3EB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268" y="1676400"/>
            <a:ext cx="6485465" cy="4952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/>
              <a:t>Business story: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revealed that while sales are growing steadily, profitability varies significantly across categories and regions.</a:t>
            </a:r>
          </a:p>
          <a:p>
            <a:r>
              <a:rPr lang="en-IN" sz="2400" b="1" dirty="0"/>
              <a:t>Recommendations: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marketing on high-profit categories.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performance of low-profit products.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successful regional strategies.</a:t>
            </a:r>
          </a:p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customer segments with highest revenue contribution.</a:t>
            </a:r>
          </a:p>
          <a:p>
            <a:endParaRPr lang="en-US" sz="21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D64B3A-E877-2DC6-7FFE-3DC9403F2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533" y="1600200"/>
            <a:ext cx="5231649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D892-2080-D791-BC85-61CFD1B3E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645" y="-76994"/>
            <a:ext cx="8001000" cy="25230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2700" b="1" dirty="0">
                <a:solidFill>
                  <a:schemeClr val="bg2">
                    <a:lumMod val="75000"/>
                  </a:schemeClr>
                </a:solidFill>
              </a:rPr>
              <a:t>Conclusion:</a:t>
            </a:r>
            <a:br>
              <a:rPr lang="en-US" dirty="0"/>
            </a:br>
            <a:br>
              <a:rPr lang="en-US" dirty="0"/>
            </a:br>
            <a:endParaRPr lang="en-US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48439-3D84-FCCA-9325-A9C546A65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2470" y="1913466"/>
            <a:ext cx="7776330" cy="4004733"/>
          </a:xfrm>
        </p:spPr>
        <p:txBody>
          <a:bodyPr vert="horz" lIns="91440" tIns="45720" rIns="91440" bIns="45720" rtlCol="0" anchor="t">
            <a:normAutofit fontScale="40000" lnSpcReduction="20000"/>
          </a:bodyPr>
          <a:lstStyle/>
          <a:p>
            <a:r>
              <a:rPr lang="en-US" sz="6000" i="1" dirty="0">
                <a:solidFill>
                  <a:schemeClr val="tx1"/>
                </a:solidFill>
              </a:rPr>
              <a:t>Data storytelling </a:t>
            </a:r>
            <a:r>
              <a:rPr lang="en-US" sz="6000" i="1" dirty="0" err="1">
                <a:solidFill>
                  <a:schemeClr val="tx1"/>
                </a:solidFill>
              </a:rPr>
              <a:t>tranforms</a:t>
            </a:r>
            <a:r>
              <a:rPr lang="en-US" sz="6000" i="1" dirty="0">
                <a:solidFill>
                  <a:schemeClr val="tx1"/>
                </a:solidFill>
              </a:rPr>
              <a:t> numbers into actionable business </a:t>
            </a:r>
            <a:r>
              <a:rPr lang="en-US" sz="6000" i="1" dirty="0" err="1">
                <a:solidFill>
                  <a:schemeClr val="tx1"/>
                </a:solidFill>
              </a:rPr>
              <a:t>decisisons</a:t>
            </a:r>
            <a:r>
              <a:rPr lang="en-US" sz="6000" i="1" dirty="0">
                <a:solidFill>
                  <a:schemeClr val="tx1"/>
                </a:solidFill>
              </a:rPr>
              <a:t>.</a:t>
            </a:r>
          </a:p>
          <a:p>
            <a:endParaRPr lang="en-US" sz="3800" i="1" dirty="0"/>
          </a:p>
          <a:p>
            <a:r>
              <a:rPr lang="en-US" sz="5800" b="1" i="1" dirty="0"/>
              <a:t>Skills Demonstrated: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100" i="1" dirty="0">
                <a:solidFill>
                  <a:schemeClr val="tx1">
                    <a:lumMod val="95000"/>
                  </a:schemeClr>
                </a:solidFill>
              </a:rPr>
              <a:t>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100" i="1" dirty="0">
                <a:solidFill>
                  <a:schemeClr val="tx1">
                    <a:lumMod val="95000"/>
                  </a:schemeClr>
                </a:solidFill>
              </a:rPr>
              <a:t>Exploratory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100" i="1" dirty="0">
                <a:solidFill>
                  <a:schemeClr val="tx1">
                    <a:lumMod val="95000"/>
                  </a:schemeClr>
                </a:solidFill>
              </a:rPr>
              <a:t>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100" i="1" dirty="0">
                <a:solidFill>
                  <a:schemeClr val="tx1">
                    <a:lumMod val="95000"/>
                  </a:schemeClr>
                </a:solidFill>
              </a:rPr>
              <a:t>Insight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5100" i="1" dirty="0">
                <a:solidFill>
                  <a:schemeClr val="tx1">
                    <a:lumMod val="95000"/>
                  </a:schemeClr>
                </a:solidFill>
              </a:rPr>
              <a:t>Storytelling with data</a:t>
            </a:r>
          </a:p>
          <a:p>
            <a:br>
              <a:rPr lang="en-US" sz="5100" dirty="0"/>
            </a:br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7280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833B-013A-253B-A9CA-63F58F98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388" y="922866"/>
            <a:ext cx="6661943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2650802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79</TotalTime>
  <Words>277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Century Gothic</vt:lpstr>
      <vt:lpstr>Wingdings 3</vt:lpstr>
      <vt:lpstr>Slice</vt:lpstr>
      <vt:lpstr>Task 5:Data Story telling </vt:lpstr>
      <vt:lpstr>Project Overview </vt:lpstr>
      <vt:lpstr>           Dataset information   </vt:lpstr>
      <vt:lpstr>Data Cleaning &amp; Preparation</vt:lpstr>
      <vt:lpstr>Exploratory Data Analysis</vt:lpstr>
      <vt:lpstr>Key Business Insights:</vt:lpstr>
      <vt:lpstr>Data Story &amp; Recommendations</vt:lpstr>
      <vt:lpstr>      Conclusion: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reddy</dc:creator>
  <cp:lastModifiedBy>vaishnavi reddy</cp:lastModifiedBy>
  <cp:revision>1</cp:revision>
  <dcterms:created xsi:type="dcterms:W3CDTF">2026-06-06T14:30:42Z</dcterms:created>
  <dcterms:modified xsi:type="dcterms:W3CDTF">2026-06-07T07:57:43Z</dcterms:modified>
</cp:coreProperties>
</file>